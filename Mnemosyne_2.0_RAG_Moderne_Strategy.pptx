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6B6D4"/>
                </a:solidFill>
              </a:defRPr>
            </a:pPr>
            <a:r>
              <a:t>PROJET MNEMOSYNE 2.0  |  ARCHITECTURE &amp; RAG DÉPORTÉ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</a:defRPr>
            </a:pPr>
            <a:r>
              <a:t>Architecture RAG Moderne &amp; Indexation Déportée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Indexation haute fidélité des documents Jonas (Z:\) orchestrée depuis Optimus,</a:t>
            </a:r>
            <a:br/>
            <a:r>
              <a:t>accélérée par le CPU/GPU de vm168, sanctuarisant vm169 et préservant jo3.</a:t>
            </a:r>
          </a:p>
          <a:p>
            <a:pPr>
              <a:defRPr sz="1100">
                <a:solidFill>
                  <a:srgbClr val="3B82F6"/>
                </a:solidFill>
              </a:defRPr>
            </a:pPr>
            <a:r>
              <a:t>Cadre stratégique : 'Les 9 problèmes des RAG en production' (Jonas Roman - IA en Prod)</a:t>
            </a:r>
            <a:br/>
            <a:r>
              <a:t>Environnement : Optimus (RTX 5060 Ti) • vm168 (16 cœurs, GPU) • Z:\ (Share Jonas) • Qdrant / OpenObserve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MNEMOSYNE 2.0 • STRATÉGIE RAG MODERNE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Analyse Critique de Mnemosyne v1 : Fondations &amp; Limites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ACQUIS TECHNIQUES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Forces de Mnemosyne v1 (Socle Robuste)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Moteur d'indexation ultra-rapide écrit en Rust (Axum, Tokio).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Haute concurrence asynchrone (Tokio pool, multi-workers).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Stockage vectoriel optimisé avec Qdrant (Payload on-disk).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Intégration d'embeddings BAAI/bge-m3 &amp; reranking TEI.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Déduplication et suivi d'intégrité par empreinte SHA256.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Persistance relationnelle PostgreSQL pour comptes et audits.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ÉCUEILS À SURMONTER (POURQUOI LES DÉMOS TROMPENT)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Limites du RAG Naïf en Production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Chunking fixe (500 tokens) coupant les phrases et concepts.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Aplatissement des tableaux : perte critique des données structurées.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Ignorance des diagrammes, schémas et plans techniques.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Aucune gestion de la temporalité (ex: avenant 2024 vs contrat 2020).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Risque d'hallucination : incapacité à dire 'Information non trouvée'.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Pas de visualisation directe avec surlignage de la source originale.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MNEMOSYNE 2.0 • STRATÉGIE RAG MODERNE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La Grille Stratégique : Les 4 Familles &amp; 9 Problèmes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EXTRACTION HAUTE FIDÉLITÉ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TROUVER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P1: Ingestion Source-First (nettoyer le bruit, métadonnées).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P2: Réponses croisées (registre d'informations multi-sources).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P3 (Pivot t=427s): Tableaux &amp; schémas en objets de 1er ordre (fin de la 'soupe de texte').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FACTUALITÉ &amp; TEMPORALITÉ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DIRE VRAI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P4: Interdiction d'halluciner (ancrage strict / 'Je ne sais pas').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P5: Data qui vit &amp; versions (date d'effet, statut actif/obsolète, procédure de primauté des experts).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AUDITABILITÉ &amp; STRUCTURE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FAIRE CONFIANCE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P6: Traçabilité &amp; audit 1 clic (retour au doc avec passage surligné).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P7: Ontologie contrôlée (catégories fermées au lieu de graphes anarchiques qui s'effondrent).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SÉCURITÉ &amp; MÉTRIQUES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4. GOUVERNER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P8: Gestion des droits native (ACLs dans les filtres vectoriels).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P9: Qualité mesurée en continu (Golden Dataset, métriques RAG Triad : fidélité, rappel, pertinence).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MNEMOSYNE 2.0 • STRATÉGIE RAG MODERNE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Topologie Matérielle : Répartition Stricte des Rôles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ORCHESTRATION &amp; EXTRACTION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PC Optimus (Windows)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Rôle : Chef d'orchestre &amp; Client.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GPU : RTX 5060 Ti (16 GB VRAM).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Scan &amp; lecture locale de Z:\ (Jonas).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Parsing lourd &amp; OCR local sans latence réseau.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Orchestration asynchrone des flux d'indexation.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Interface de recherche &amp; visualiseur de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CALCUL EMBEDDING &amp; RERANKING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vm168 (Proxmox firebot)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Rôle : Moteur de calcul lourd déporté.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Ressources : 16 CPU cores, 20 GB RAM, GPU Nvidia.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Charge actuelle : ~4% CPU (disponibilité totale).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Hébergement : TEI Embedder (bge-m3) &amp; TEI Reranker.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Traitement batch des embeddings vectoriels.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ZÉRO impact sur le stockage ou les clusters externes.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SANCTUARISÉ (0% CHARGE RAG)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vm169 (Proxmox aquabot)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Statut : STRICTEMENT SANCTUARISÉ.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Services hébergés : Ollama, Jellyfin, OpenObserve, Vault, EMQX, Llama-cpp.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Charge CPU : Déjà sollicité par la production.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RÈGLE D'OR : 0% de charge d'indexation envoyée à vm169.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Seul accès : OpenObserve pour la télémétrie passive.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MNEMOSYNE 2.0 • STRATÉGIE RAG MODERNE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Ingestion 'Source-First' &amp; Traitement des Tableaux (t=427s)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PROBLÈME IDENTIFIÉ DANS LA VIDÉO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Le Défi de la 'Soupe de Texte' (t=427s)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Dans un contrat ou une fiche technique, les informations clés (pénalités, cotes, tarifications) sont dans des tableaux.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Le RAG naïf aplatit les cellules en une suite linéaire incompréhensible.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Le modèle 'invente avec aplomb' pour combler les relations perdues entre lignes et colonnes.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Conséquence : Le document est bien récupéré, mais la réponse est fausse.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STRATÉGIE ADOPTÉE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Solution Mnemosyne 2.0 : Objets de 1er Ordre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Tableaux isolés en Markdown structuré + représentation JSON.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Chaque tableau conserve son en-tête et son contexte de section.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Schémas et figures conservés avec légende, OCR et bouding box.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Chunking sémantique hiérarchique : Titre &gt; Section &gt; Paragraphe/Tableau.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Enrichissement LLM à l'ingestion : résumé de section et mots-clés métier.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MNEMOSYNE 2.0 • STRATÉGIE RAG MODERNE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Factualité &amp; Données Vivantes : Temporalité et Ancrage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MAÎTRISE DES VERSIONS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Gestion du 'Context Rot' &amp; Des Versions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La donnée d'entreprise vit : un avenant de 2024 annule un contrat de 2020.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L'embedding vectoriel naïf ressort le contrat de 2020 car il est lexicalement plus dense.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Métadonnées injectées : `effective_date`, `status` (actif, obsolète, remplacé), `authority_level`.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Règle de prépondérance : Le LLM reçoit la date d'effet et le statut pour justifier pourquoi l'ancienne version est caduque.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ZÉRO HALLUCINATION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Ancrage Strict (Grounding Enforcement)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Interdiction absolue pour le LLM d'inventer si l'information est absente.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Condition logique : Réponse autorisée UNIQUEMENT si étayée par un chunk score &gt; seuil.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Réponse par défaut maîtrisée : 'Information non trouvée dans les documents de Jonas'.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Élimination des réponses douces trompeuses : la vérité prime sur la fluidité de démonstration.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MNEMOSYNE 2.0 • STRATÉGIE RAG MODERNE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Faire Confiance : Traçabilité 1-Clic &amp; Ontologie Contrôlée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AUDITABILITÉ ABSOLUE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Traçabilité &amp; Audit en 1 Clic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Une réponse d'entreprise sans source vérifiable n'est qu'une opinion.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Chaque passage extrait conserve ses coordonnées exactes (Page, Bounding Box X/Y/W/H).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Dans l'interface, un clic sur la source ouvre instantanément la page PDF avec surlignage.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Historique complet d'ingestion : hash SHA256, date de scan, pipeline de transformation.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STRUCTURE PÉRENNE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Ontologie Fermée vs Graphes Anarchiques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Les graphes de connaissances ouverts (Obsidian/GraphRAG naïf) s'effondrent sous les doublons.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Mnemosyne 2.0 impose un schéma d'entités contrôlé (Types d'équipements, Projets, Familles de contrats).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Le LLM ne peut mapper les métadonnées que dans les entités du dictionnaire validé.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Gouvernance des accès : Filtrage Qdrant selon les tags de sécurité et répertoires.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MNEMOSYNE 2.0 • STRATÉGIE RAG MODERNE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Gouvernance &amp; Métriques : Mesure Continue sur Golden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QUALITÉ OBJECTIVÉE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La Triade RAG (Évaluation Automatique)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1. Context Relevance : Les chunks remontés contiennent-ils l'information sans bruit ?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2. Groundedness (Fidélité) : La réponse est-elle 100% justifiée par le contexte ?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3. Answer Relevance : La réponse répond-elle précisément à la question posée ?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Construction d'un Golden Dataset : 30 questions de référence avec réponses validées par l'expert.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FINOPS &amp; OBSERVABILITÉ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Intégration Télémétrique OpenObserve (jo3)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Envoi des métriques sans charge CPU (export asynchrone O2C).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Stream `antigravity_llm_usage` : Tokens, latences, modèles utilisés.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Stream `antigravity_tool_calls` : Requêtes Qdrant, TEI reranker, temps de réponse.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Dashboard v8 dédié : Suivi du taux de non-réponse légitime, détection du 'Context Rot'.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MNEMOSYNE 2.0 • STRATÉGIE RAG MODERNE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Architecture Technique Cible &amp; Flux de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Z:\ JONAS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Source &amp; Scan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Source : Z:\ (Jonas).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Lecture protégée sans lock.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Scanner incrémental Optimus.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Détection modification SHA256.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Throttling I/O réseau doux.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PC OPTIMUS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Extraction Optimus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Pipeline Source-First.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Extraction tables Markdown.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OCR &amp; Bounding Boxes.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Enrichissement métadonnées.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Chunking sémantique.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VM168 (CPU/GPU)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Calcul Déporté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Endpoint TEI sur vm168.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Embeddings BAAI/bge-m3.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Batch vectoriel sur GPU.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Reranker TEI basse latence.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0% sollicitation vm169.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QDRANT &amp; MNEMOSYNE UI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4. Stockage &amp; Recherche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Qdrant Vector DB.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PostgreSQL Métadonnées.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Recherche Hybride (Dense + Sparse).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RRF &amp; Reranking final.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UI Surlignage &amp; Citations.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MNEMOSYNE 2.0 • STRATÉGIE RAG MODERNE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Plan de Déploiement par Phases &amp; Prochaines Étapes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ROADMAP TECHNIQUE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Feuille de Route d'Implémentation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Étape 1 : Validation de l'accès aux endpoints d'embedding/reranking sur vm168 (ou déploiement du pod TEI ciblant le node vm168).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Étape 2 : Adaptation du pipeline d'ingestion Mnemosyne sur Optimus avec extraction Source-First (tableaux &amp; coordonnées de pages).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Étape 3 : Indexation progressive du lecteur Z:\ avec tagging temporel et statut des versions.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Étape 4 : Mise en place du module de recherche avec ancrage strict et surlignage 1-clic.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QUESTIONS POUR DÉMARRER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Points de Décision &amp; Alignement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Quels dossiers prioritaires sur Z:\ indexer en premier (ex: Z:\paperless, Z:\rapports) ?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Préférez-vous déployer le conteneur TEI Embedder/Reranker sur vm168 via Kubernetes (K8s node vm168) ou en conteneur Docker direct / service systemd ?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Validation du format de restitution : Interface Web Mnemosyne UI vs intégration MCP dans les agents Antigravity.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